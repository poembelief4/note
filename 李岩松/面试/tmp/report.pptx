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论文汇报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2026.10.7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模型自由与模型基础的优缺点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657860" y="1559560"/>
          <a:ext cx="10698480" cy="351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295"/>
                <a:gridCol w="5290185"/>
              </a:tblGrid>
              <a:tr h="716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4000"/>
                        <a:t>模型自由</a:t>
                      </a:r>
                      <a:endParaRPr lang="zh-CN" altLang="en-US" sz="4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4000"/>
                        <a:t>模型基础</a:t>
                      </a:r>
                      <a:endParaRPr lang="zh-CN" altLang="en-US" sz="4000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不需要显式动力学模型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使用显式动力学模型</a:t>
                      </a:r>
                      <a:endParaRPr lang="zh-CN" altLang="en-US" sz="2000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能处理未知、复杂的系统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难以处理复杂的系统</a:t>
                      </a:r>
                      <a:endParaRPr lang="zh-CN" altLang="en-US" sz="2000"/>
                    </a:p>
                  </a:txBody>
                  <a:tcPr/>
                </a:tc>
              </a:tr>
              <a:tr h="716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数据需求高，数据采集所需费用高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数据需求低，数据采集所需费用低</a:t>
                      </a:r>
                      <a:endParaRPr lang="zh-CN" altLang="en-US" sz="2000"/>
                    </a:p>
                    <a:p>
                      <a:pPr algn="ctr">
                        <a:buNone/>
                      </a:pPr>
                      <a:endParaRPr lang="zh-CN" altLang="en-US" sz="2000"/>
                    </a:p>
                  </a:txBody>
                  <a:tcPr/>
                </a:tc>
              </a:tr>
              <a:tr h="695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模型偏差小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模型不准确时，模型偏差大</a:t>
                      </a:r>
                      <a:endParaRPr lang="zh-CN" altLang="en-US" sz="2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59130" y="5427980"/>
            <a:ext cx="106972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两种模型各有利弊，像是两个极端</a:t>
            </a:r>
            <a:r>
              <a:rPr lang="en-US" altLang="zh-CN"/>
              <a:t>——</a:t>
            </a:r>
            <a:r>
              <a:rPr lang="zh-CN" altLang="en-US"/>
              <a:t>不妨考虑，将二者结合起来：利用便宜的模型基础得到初步解，再利用模型自由调整解和模型基础的某些参数，然后重复求解和调整模型的过程。这样说不定既能保证最终答案的准确性，又能降低费用。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WPS 演示</Application>
  <PresentationFormat>宽屏</PresentationFormat>
  <Paragraphs>29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论文汇报</vt:lpstr>
      <vt:lpstr>模型自由与模型基础的优缺点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优优</cp:lastModifiedBy>
  <cp:revision>180</cp:revision>
  <dcterms:created xsi:type="dcterms:W3CDTF">2019-06-19T02:08:00Z</dcterms:created>
  <dcterms:modified xsi:type="dcterms:W3CDTF">2026-10-06T16:47:29Z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57E40A79DE6C409DBDAEF52AC923B0ED_11</vt:lpwstr>
  </property>
</Properties>
</file>