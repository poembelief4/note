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5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论文汇报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2026.10.7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模型自由与模型基础的优缺点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WPS 演示</Application>
  <PresentationFormat>宽屏</PresentationFormat>
  <Paragraphs>6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优优</cp:lastModifiedBy>
  <cp:revision>159</cp:revision>
  <dcterms:created xsi:type="dcterms:W3CDTF">2019-06-19T02:08:00Z</dcterms:created>
  <dcterms:modified xsi:type="dcterms:W3CDTF">2026-10-05T18:14:50Z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57E40A79DE6C409DBDAEF52AC923B0ED_11</vt:lpwstr>
  </property>
</Properties>
</file>